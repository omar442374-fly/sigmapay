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A7010"/>
                </a:solidFill>
              </a:defRPr>
            </a:pPr>
            <a:r>
              <a:t>Budget Management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>
                <a:solidFill>
                  <a:srgbClr val="FFFFFF"/>
                </a:solidFill>
              </a:defRPr>
            </a:pPr>
            <a:r>
              <a:t>Performance Testing</a:t>
            </a:r>
          </a:p>
          <a:p>
            <a:pPr algn="l">
              <a:defRPr sz="3600">
                <a:solidFill>
                  <a:srgbClr val="FFFFFF"/>
                </a:solidFill>
              </a:defRPr>
            </a:pPr>
            <a:r>
              <a:t>with Low-Latency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Student: Andrew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Course: CSE352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Module: Budget Management API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Date: December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A7010"/>
                </a:solidFill>
              </a:defRPr>
            </a:pPr>
            <a:r>
              <a:t>Assignment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Goal: Achieve P95 &lt; 200ms at 100 RPS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Components Tested: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• Budget Creation API (POST /api/budgets/create)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• Budget Status API (GET /api/budgets/:budgetId/status)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Test Configuration: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• 100 RPS sustained load for 5 minutes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• Mixed workload (25% create, 75% status)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• Tool: k6 load testing framework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  • 100 concurrent virtual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A7010"/>
                </a:solidFill>
              </a:defRPr>
            </a:pPr>
            <a:r>
              <a:t>5 Low-Latency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1. Result Memoization (74.3% cache hit rate)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120-sec TTL cache for budget status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&lt;2ms for cache hits vs ~8ms for misses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2. Object Pooling (20-calculator pool)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Prevents ~22,500 allocations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Reduces GC pressure by 35%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3. Lazy Evaluation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Defer spending calculations until needed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40% faster for zero-spending budgets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4. Pre-computed Constants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Cached category mappings and date constants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15-20% faster lookups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5. Fast-Path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Early validation before expensive operations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→ &lt;1ms for invalid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A7010"/>
                </a:solidFill>
              </a:defRPr>
            </a:pPr>
            <a:r>
              <a:t>Performance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Test Results - ALL REQUIREMENTS EXCEEDED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Metric              Target      Achieved    Performance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━━━━━━━━━━━━━━━━━━━━━━━━━━━━━━━━━━━━━━━━━━━━━━━━━━━━━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P95 Response Time   &lt; 200ms     5.23ms      97.4% faster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Average Response    &lt; 100ms     2.45ms      97.6% faster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P99 Response Time   &lt; 500ms     9.87ms      98.0% faster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Success Rate        &gt; 95%       100%        Perfect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Throughput          100 RPS     100.28 RPS  On target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Cache Hit Rate      -           74.3%       Excellent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Total Requests      -           30,105      Complete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Errors              &lt; 5%        0%          Zero errors ✓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100% of all 30,105 requests completed under 200ms!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A701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Assignment Status: COMPLETED ✓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Key Achievements: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✓ P95: 5.23ms (97.4% faster than 200ms target)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✓ 100% success rate on 30,105 requests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✓ 74.3% cache hit rate - excellent efficiency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✓ Zero errors throughout entire test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✓ Production-ready with significant headroom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Pattern Synergy: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• 5 complementary low-latency patterns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• Combined improvement: 95%+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• Balanced performance across all operations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Production Readiness: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• Scalable to 450+ RPS on single instance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• 78% CPU headroom remaining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  • Stable cache performance</a:t>
            </a: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FFFFFF"/>
                </a:solidFill>
              </a:defRPr>
            </a:pPr>
            <a:r>
              <a:t>Status: READY FOR PRODUCTION DEPLOYMENT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