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Performance Testing</a:t>
            </a:r>
          </a:p>
          <a:p>
            <a:r>
              <a:t>Goal Management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Mohamed - CSE352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562A"/>
                </a:solidFill>
              </a:defRPr>
            </a:pPr>
            <a:r>
              <a:t>Assignment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 b="1"/>
            </a:pPr>
            <a:r>
              <a:t>Target: P95 &lt; 200ms at 100 RPS</a:t>
            </a:r>
          </a:p>
          <a:p>
            <a:pPr>
              <a:spcAft>
                <a:spcPts val="1000"/>
              </a:spcAft>
              <a:defRPr sz="2200" b="1"/>
            </a:pPr>
            <a:r>
              <a:t>Components:</a:t>
            </a:r>
          </a:p>
          <a:p>
            <a:pPr lvl="1">
              <a:defRPr sz="2000"/>
            </a:pPr>
            <a:r>
              <a:t>• Goal Creation API</a:t>
            </a:r>
          </a:p>
          <a:p>
            <a:pPr lvl="1">
              <a:spcAft>
                <a:spcPts val="2000"/>
              </a:spcAft>
              <a:defRPr sz="2000"/>
            </a:pPr>
            <a:r>
              <a:t>• Progress Tracking API</a:t>
            </a:r>
          </a:p>
          <a:p>
            <a:pPr>
              <a:defRPr sz="2600" b="1">
                <a:solidFill>
                  <a:srgbClr val="008000"/>
                </a:solidFill>
              </a:defRPr>
            </a:pPr>
            <a:r>
              <a:t>Result: P95 = 4.87ms ✅</a:t>
            </a:r>
          </a:p>
          <a:p>
            <a:pPr>
              <a:defRPr sz="2000">
                <a:solidFill>
                  <a:srgbClr val="008000"/>
                </a:solidFill>
              </a:defRPr>
            </a:pPr>
            <a:r>
              <a:t>(97.6% faster than 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562A"/>
                </a:solidFill>
              </a:defRPr>
            </a:pPr>
            <a:r>
              <a:t>5 Low-Latency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500"/>
              </a:spcAft>
              <a:defRPr sz="2200" b="1">
                <a:solidFill>
                  <a:srgbClr val="19562A"/>
                </a:solidFill>
              </a:defRPr>
            </a:pPr>
            <a:r>
              <a:t>1. Memoization Pattern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68.2% cache hit rate</a:t>
            </a:r>
          </a:p>
          <a:p>
            <a:pPr>
              <a:spcAft>
                <a:spcPts val="500"/>
              </a:spcAft>
              <a:defRPr sz="2200" b="1">
                <a:solidFill>
                  <a:srgbClr val="19562A"/>
                </a:solidFill>
              </a:defRPr>
            </a:pPr>
            <a:r>
              <a:t>2. Object Pooling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15-calculator pool</a:t>
            </a:r>
          </a:p>
          <a:p>
            <a:pPr>
              <a:spcAft>
                <a:spcPts val="500"/>
              </a:spcAft>
              <a:defRPr sz="2200" b="1">
                <a:solidFill>
                  <a:srgbClr val="19562A"/>
                </a:solidFill>
              </a:defRPr>
            </a:pPr>
            <a:r>
              <a:t>3. Strategy Pattern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Pluggable calculations</a:t>
            </a:r>
          </a:p>
          <a:p>
            <a:pPr>
              <a:spcAft>
                <a:spcPts val="500"/>
              </a:spcAft>
              <a:defRPr sz="2200" b="1">
                <a:solidFill>
                  <a:srgbClr val="19562A"/>
                </a:solidFill>
              </a:defRPr>
            </a:pPr>
            <a:r>
              <a:t>4. Lazy Evaluation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Deferred date calculations</a:t>
            </a:r>
          </a:p>
          <a:p>
            <a:pPr>
              <a:spcAft>
                <a:spcPts val="500"/>
              </a:spcAft>
              <a:defRPr sz="2200" b="1">
                <a:solidFill>
                  <a:srgbClr val="19562A"/>
                </a:solidFill>
              </a:defRPr>
            </a:pPr>
            <a:r>
              <a:t>5. Pre-computed Lookups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Cached constants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562A"/>
                </a:solidFill>
              </a:defRPr>
            </a:pPr>
            <a:r>
              <a:t>Performance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95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95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56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4.87ms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97.6% faster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2.18ms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98.9% faster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Cache 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Good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Perfect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5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00"/>
                </a:solidFill>
              </a:defRPr>
            </a:pPr>
            <a:r>
              <a:t>Assignment Complete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P95: 4.87ms (97.6% faster)</a:t>
            </a:r>
          </a:p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68.2% cache hit rate</a:t>
            </a:r>
          </a:p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100% success (30,105 requests)</a:t>
            </a:r>
          </a:p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Production-ready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